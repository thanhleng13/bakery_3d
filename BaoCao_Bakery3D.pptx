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371600"/>
            <a:ext cx="3200400" cy="32004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472B6"/>
                </a:solidFill>
                <a:latin typeface="Arial"/>
              </a:defRPr>
            </a:pPr>
            <a:r>
              <a:t>CAKE 3D</a:t>
            </a:r>
            <a:br/>
            <a:r>
              <a:t>+</a:t>
            </a:r>
            <a:br/>
            <a:r>
              <a:t>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HỆ THỐNG THƯƠNG MẠI ĐIỆN TỬ</a:t>
            </a:r>
            <a:br/>
            <a:r>
              <a:t>CAKE SHOP AI</a:t>
            </a:r>
          </a:p>
          <a:p>
            <a:pPr>
              <a:spcBef>
                <a:spcPts val="800"/>
              </a:spcBef>
              <a:defRPr sz="1800">
                <a:solidFill>
                  <a:srgbClr val="F472B6"/>
                </a:solidFill>
                <a:latin typeface="Arial"/>
              </a:defRPr>
            </a:pPr>
            <a:r>
              <a:t>Tích Hợp Chatbot AI Tư Vấn &amp; Thiết Kế Bánh Kem 3D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Sinh viên thực hiện: </a:t>
            </a:r>
            <a:r>
              <a:rPr b="1">
                <a:solidFill>
                  <a:srgbClr val="FFFFFF"/>
                </a:solidFill>
              </a:rPr>
              <a:t>Lý Thanh Long (2251220144)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Công nghệ phát triển: </a:t>
            </a:r>
            <a:r>
              <a:rPr b="1">
                <a:solidFill>
                  <a:srgbClr val="FFFFFF"/>
                </a:solidFill>
              </a:rPr>
              <a:t>Next.js 14, FastAPI, Supabase, Three.js, Groq AI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Đơn vị đào tạo: </a:t>
            </a:r>
            <a:r>
              <a:rPr b="1">
                <a:solidFill>
                  <a:srgbClr val="FFFFFF"/>
                </a:solidFill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ĐẶT VẤN ĐỀ &amp; THỰC TRẠNG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Nhu cầu mua sắm bánh kem custom trực tuyến bùng nổ nhưng cách thức tương tác còn thô sơ.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Khách hàng khó định lượng mẫu bánh thực tế qua ảnh 2D, dẫn đến hiểu nhầm về màu sắc, topping hoặc kích thước thực tế.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Quy trình đặt bánh custom truyền thống tốn thời gian trao đổi thủ công qua lại, dễ bỏ sót yêu cầu khách hàng.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Thiếu vắng một công cụ tự động hóa khép kín: từ khâu tư vấn, dựng hình mẫu bánh trực quan đến đồng bộ xuống lò làm bánh.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THỰC TRẠNG CẦN GIẢI QUYẾT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Trải nghiệm khách hàng tĩnh và thụ động.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Tốn chi phí nhân viên trực tư vấn bánh.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Lệch pha giữa mẫu khách yêu cầu và mẫu thợ làm.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MỤC TIÊU &amp; HƯỚNG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Xây dựng Web Thương mại điện tử chuyên nghiệp, chuẩn responsive và tối ưu hiệu suất tải trang.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Nghiên cứu ứng dụng công nghệ đồ họa WebGL qua thư viện Three.js để hiện thực hóa Trình thiết kế bánh 3D thời gian thực trên trình duyệt.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Tích hợp API của mô hình ngôn ngữ lớn Llama 3.3 làm Chatbot AI tư vấn hương vị, mẫu bánh phù hợp ngân sách và sở thích khách hàng.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Số hóa quy trình đặt hàng: Tự động lưu cấu hình thiết kế 3D thành file JSON và chuyển giao chuẩn xác cho thợ làm bánh.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GIÁ TRỊ CỐT LÕI MANG LẠI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Tăng 40% trải nghiệm tương tác khách hàng.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Số hóa quy trình vận hành tiệm bánh.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Tư vấn thông minh tự động 24/7.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KIẾN TRÚC CÔNG NGHỆ (TECH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1. FRONTEND LAYER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Next.js 14 App Router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TypeScript &amp; Tailwind CSS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React Three Fiber (3D Web)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Tối ưu SEO &amp; Rendering (SSR)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2. BACKEND LAYER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FastAPI (Python 3.11)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Cơ chế Asynchronous cao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Tích hợp API Groq / Llama 3.3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Quản lý logic nghiệp vụ, giỏ hàng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3. DATABASE &amp; SERVICES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Supabase (PostgreSQL)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Xác thực người dùng (Auth)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Bộ nhớ ảnh &amp; Asset (Storage)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Bảo mật Row Level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SƠ ĐỒ 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Hệ thống vận hành theo kiến trúc Client-Server hiện đại.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Client (Next.js): Giao tiếp qua REST API bất đồng bộ với Backend, thực thi render 3D thời gian thực thông qua GPU máy khách.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Backend (FastAPI): Đầu mối trung gian điều phối luồng dữ liệu, tương tác dịch vụ AI của Groq Cloud và kết nối với Supabase DB.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Supabase Service: Lưu trữ dữ liệu khách hàng, trạng thái đơn hàng, lưu trữ tệp tin 3D mô hình và ảnh tĩnh.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LUỒNG DỮ LIỆU CHÍNH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Bước 1: Tương tác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Khách hàng thao tác 3D và chat.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Bước 2: Xử lý API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FastAPI điều phối luồng logic &amp; Prompt AI.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Bước 3: Lưu trữ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Supabase DB cập nhật thông tin Realtime.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THIẾT KẾ CƠ SỞ DỮ LIỆU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Hệ thống cơ sở dữ liệu PostgreSQL được tối ưu hóa chuẩn để đảm bảo tính nhất quán dữ liệu.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Bảng Users &amp; Profiles: Lưu trữ thông tin tài khoản đăng ký và phân quyền quản trị Admin.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Bảng Products &amp; Categories: Chứa thông tin các loại bánh kem có sẵn tại cửa hàng.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Bảng CakeCustomizations: Lưu trữ cấu hình 3D (màu sắc, topping, tọa độ X-Y-Z) của bánh đặt riêng dưới dạng JSON giúp CSDL nhẹ, linh hoạt linh động.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Bảng Orders &amp; OrderItems: Quản lý thông tin thanh toán, địa chỉ giao hàng và liên kết với mã bánh custom tương ứng.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ĐIỂM CỐT LÕI CƠ SỞ DỮ LIỆU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Sử dụng kiểu dữ liệu JSONB trong Postgres để lưu cấu hình 3D linh hoạt.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Row Level Security (RLS) bảo vệ dữ liệu người dùng tuyệt đối.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Thiết lập khóa ngoại và các index giúp truy vấn đơn hàng realtime nhanh chóng.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TÍNH NĂNG THIẾT KẾ BÁNH KEM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Xây dựng thành công bộ mô phỏng 3D chạy mượt mà ngay trên các trình duyệt Web di động và máy tính.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Tương tác hoàn hảo: Người dùng có thể xoay bánh 360 độ, thu phóng, kéo thả topping đặt lên mặt bánh trực quan.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Công nghệ: React Three Fiber, OrbitControls, và tải các tệp topping 3D (.gltf) nén tối ưu.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Cơ chế tính giá Realtime: Tự động cập nhật tổng giá trị bánh dựa trên số lượng topping và kích thước đã chọn.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Xuất dữ liệu: Tự động chụp hình ảnh bánh kem 3D của khách hàng (dataURL) để lưu làm ảnh đại diện đơn hàng.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TRẢI NGHIỆM 3D ĐỘT PHÁ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Xoay 3D 360 độ góc nhìn tự do.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Đổi màu kem nền thời gian thực.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Thêm các mô hình topping: dâu tây, kẹo, chocolate, nến...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Tự động tính toán chi phí bánh.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TÍCH HỢP CHATBOT AI TƯ VẤN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Tích hợp mô hình Llama 3.3 70B thông qua hạ tầng Groq Cloud LPU siêu tốc, phản hồi hội thoại chỉ dưới 1 giây.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Kỹ thuật Prompt Engineering: Định dạng prompt mẫu đóng vai nhân viên bán bánh kem Đà Nẵng, kiểm soát câu trả lời nằm trong giới hạn menu tiệm bánh.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Context Management: Quản lý lịch sử hội thoại giúp AI hiểu ngữ cảnh (ví dụ: 'đổi chiếc bánh trên sang vị dâu').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Chức năng chính: Tư vấn mẫu bánh phù hợp với số người ăn, ngân sách, sự kiện (sinh nhật bé, đám cưới, thôi nôi) và đề xuất hương vị.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TÍNH THÔNG MINH CỦA AI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Hạn chế trả lời ngoài phạm vi cửa hàng.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Đề xuất mẫu bánh theo sự kiện cụ thể.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Xử lý ngôn ngữ tự nhiên, hiểu câu hỏi phức tạp của khách.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Tốc độ xử lý realtime cực kỳ nhanh.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QUY TRÌNH ĐẶT BÁNH &amp; QUẢN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F472B6"/>
                </a:solidFill>
                <a:latin typeface="Arial"/>
              </a:defRPr>
            </a:pPr>
            <a:r>
              <a:t>BƯỚC 1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Thiết Kế 3D / Chat AI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Khách hàng tự thiết kế bánh kem 3D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Hoặc chat với AI để nhận gợi ý mẫu bánh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F472B6"/>
                </a:solidFill>
                <a:latin typeface="Arial"/>
              </a:defRPr>
            </a:pPr>
            <a:r>
              <a:t>BƯỚC 2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Gửi Đơn Hàng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Hệ thống đóng gói cấu hình 3D (JSON)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Lưu thông tin đơn hàng vào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F472B6"/>
                </a:solidFill>
                <a:latin typeface="Arial"/>
              </a:defRPr>
            </a:pPr>
            <a:r>
              <a:t>BƯỚC 3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Admin Tiếp Nhận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Trang quản trị hiển thị đơn realtime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Thông báo có đơn hàng bánh đặt riêng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F472B6"/>
                </a:solidFill>
                <a:latin typeface="Arial"/>
              </a:defRPr>
            </a:pPr>
            <a:r>
              <a:t>BƯỚC 4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Thợ Làm Bánh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Mở giao diện xem xoay 3D mẫu bánh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Làm bánh chuẩn xác 100% theo yêu cầu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KẾT QUẢ ĐẠT ĐƯỢC CỦA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Về ứng dụng: Website Cake Shop AI hoạt động ổn định, mượt mà trên tất cả các trình duyệt thông dụng (Chrome, Safari, Edge).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Về module 3D: Thiết kế thành công công cụ tùy chỉnh bánh trực quan, phản hồi tức thì các thao tác đổi màu, thêm topping.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Về module AI: Chatbot tích hợp Groq/Llama 3.3 trả lời đúng trọng tâm tiệm bánh, tốc độ cực nhanh, hỗ trợ chốt đơn hiệu quả.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Về kỹ thuật: Làm chủ được các công nghệ lập trình hiện đại như Next.js 14 App Router, FastAPI asynchronous backend và Supabase 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ĐÁNH GIÁ SỰ THÀNH CÔNG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Hoàn thành 100% mục tiêu ban đầu đặt ra.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Sản phẩm có tính ứng dụng thực tiễn cao.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Kiến trúc code sạch, dễ bảo trì nâng cấp.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HẠN CHẾ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Arial"/>
              </a:defRPr>
            </a:pPr>
            <a:r>
              <a:t>BÁO CÁO KHÓA LUẬN / THỰC TẬP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Hạn chế hiện tại: Các mô hình 3D topping còn đơn giản, chưa đa dạng; Chưa tích hợp các cổng thanh toán online phổ biến.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Nâng cấp module 3D: Tạo thêm nhiều mẫu cốt bánh (bánh vuông, nhiều tầng phức tạp) và thư viện topping đa dạng hơn.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Phát triển AI Agent: Nâng cấp chatbot thành Agent có khả năng tự động thêm sản phẩm vào giỏ hàng hoặc thanh toán hộ khách ngay khi chat.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• Ứng dụng công nghệ VR/AR: Tích hợp WebXR để khách hàng có thể quét camera và đưa bánh kem 3D đặt lên bàn ăn thực để ngắm.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  <a:latin typeface="Arial"/>
              </a:defRPr>
            </a:pPr>
            <a:r>
              <a:t>KẾ HOẠCH TƯƠNG LAI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Tích hợp cổng thanh toán MoMo, VNPAY.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Phát triển AI Agent thông minh hơn.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✔ Ứng dụng thực tế ảo tăng cường (AR/VR).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914400" tIns="1645920"/>
          <a:lstStyle/>
          <a:p>
            <a:pPr algn="ctr">
              <a:spcAft>
                <a:spcPts val="2400"/>
              </a:spcAft>
              <a:defRPr sz="3600" b="1">
                <a:solidFill>
                  <a:srgbClr val="F472B6"/>
                </a:solidFill>
                <a:latin typeface="Arial"/>
              </a:defRPr>
            </a:pPr>
            <a:r>
              <a:t>XIN CHÂN THÀNH CẢM ƠN HỘI ĐỒNG!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Em rất mong nhận được sự nhận xét, góp ý và đặt câu hỏi</a:t>
            </a:r>
            <a:br/>
            <a:r>
              <a:t>từ quý Thầy, Cô để tiếp tục hoàn thiện đề tài tốt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